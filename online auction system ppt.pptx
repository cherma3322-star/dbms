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80" r:id="rId6"/>
    <p:sldId id="267" r:id="rId7"/>
    <p:sldId id="261" r:id="rId8"/>
    <p:sldId id="262" r:id="rId9"/>
    <p:sldId id="263" r:id="rId10"/>
    <p:sldId id="268" r:id="rId11"/>
    <p:sldId id="281" r:id="rId12"/>
    <p:sldId id="282" r:id="rId13"/>
    <p:sldId id="278" r:id="rId14"/>
    <p:sldId id="279" r:id="rId15"/>
    <p:sldId id="269" r:id="rId16"/>
    <p:sldId id="271" r:id="rId17"/>
    <p:sldId id="274" r:id="rId18"/>
    <p:sldId id="275" r:id="rId19"/>
    <p:sldId id="273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A298F-01E0-432B-AE23-98FD678A5826}" v="56" dt="2026-05-03T07:43:26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na0104@outlook.com" userId="8e67076b4cdf8efe" providerId="LiveId" clId="{7165BEFC-6165-47FA-8757-D851393C1F71}"/>
    <pc:docChg chg="undo redo custSel addSld delSld modSld sldOrd">
      <pc:chgData name="karna0104@outlook.com" userId="8e67076b4cdf8efe" providerId="LiveId" clId="{7165BEFC-6165-47FA-8757-D851393C1F71}" dt="2026-05-03T07:54:47.987" v="918" actId="123"/>
      <pc:docMkLst>
        <pc:docMk/>
      </pc:docMkLst>
      <pc:sldChg chg="modSp mod">
        <pc:chgData name="karna0104@outlook.com" userId="8e67076b4cdf8efe" providerId="LiveId" clId="{7165BEFC-6165-47FA-8757-D851393C1F71}" dt="2026-04-30T07:48:15.741" v="141" actId="20577"/>
        <pc:sldMkLst>
          <pc:docMk/>
          <pc:sldMk cId="1372879406" sldId="257"/>
        </pc:sldMkLst>
        <pc:spChg chg="mod">
          <ac:chgData name="karna0104@outlook.com" userId="8e67076b4cdf8efe" providerId="LiveId" clId="{7165BEFC-6165-47FA-8757-D851393C1F71}" dt="2026-04-30T07:48:15.741" v="141" actId="20577"/>
          <ac:spMkLst>
            <pc:docMk/>
            <pc:sldMk cId="1372879406" sldId="257"/>
            <ac:spMk id="2" creationId="{127CCD83-D7A4-3385-DD59-97383F5D1C6F}"/>
          </ac:spMkLst>
        </pc:spChg>
        <pc:spChg chg="mod">
          <ac:chgData name="karna0104@outlook.com" userId="8e67076b4cdf8efe" providerId="LiveId" clId="{7165BEFC-6165-47FA-8757-D851393C1F71}" dt="2026-04-30T07:48:06.400" v="123" actId="20577"/>
          <ac:spMkLst>
            <pc:docMk/>
            <pc:sldMk cId="1372879406" sldId="257"/>
            <ac:spMk id="5" creationId="{C01A0871-ED41-A072-95E5-5B0206F23C27}"/>
          </ac:spMkLst>
        </pc:spChg>
      </pc:sldChg>
      <pc:sldChg chg="addSp modSp mod">
        <pc:chgData name="karna0104@outlook.com" userId="8e67076b4cdf8efe" providerId="LiveId" clId="{7165BEFC-6165-47FA-8757-D851393C1F71}" dt="2026-05-03T07:54:40.073" v="917" actId="123"/>
        <pc:sldMkLst>
          <pc:docMk/>
          <pc:sldMk cId="920878677" sldId="258"/>
        </pc:sldMkLst>
        <pc:spChg chg="mod">
          <ac:chgData name="karna0104@outlook.com" userId="8e67076b4cdf8efe" providerId="LiveId" clId="{7165BEFC-6165-47FA-8757-D851393C1F71}" dt="2026-05-03T07:54:40.073" v="917" actId="123"/>
          <ac:spMkLst>
            <pc:docMk/>
            <pc:sldMk cId="920878677" sldId="258"/>
            <ac:spMk id="3" creationId="{D3EC70AA-AC31-99A9-68D4-999BB58915C1}"/>
          </ac:spMkLst>
        </pc:spChg>
      </pc:sldChg>
      <pc:sldChg chg="modSp mod">
        <pc:chgData name="karna0104@outlook.com" userId="8e67076b4cdf8efe" providerId="LiveId" clId="{7165BEFC-6165-47FA-8757-D851393C1F71}" dt="2026-05-03T07:54:47.987" v="918" actId="123"/>
        <pc:sldMkLst>
          <pc:docMk/>
          <pc:sldMk cId="988179118" sldId="259"/>
        </pc:sldMkLst>
        <pc:spChg chg="mod">
          <ac:chgData name="karna0104@outlook.com" userId="8e67076b4cdf8efe" providerId="LiveId" clId="{7165BEFC-6165-47FA-8757-D851393C1F71}" dt="2026-05-03T07:54:47.987" v="918" actId="123"/>
          <ac:spMkLst>
            <pc:docMk/>
            <pc:sldMk cId="988179118" sldId="259"/>
            <ac:spMk id="3" creationId="{3D87D44F-5B21-C128-AEE8-8CD91977D0A7}"/>
          </ac:spMkLst>
        </pc:spChg>
      </pc:sldChg>
      <pc:sldChg chg="modSp mod">
        <pc:chgData name="karna0104@outlook.com" userId="8e67076b4cdf8efe" providerId="LiveId" clId="{7165BEFC-6165-47FA-8757-D851393C1F71}" dt="2026-04-30T08:02:57.435" v="196" actId="20577"/>
        <pc:sldMkLst>
          <pc:docMk/>
          <pc:sldMk cId="1254608181" sldId="260"/>
        </pc:sldMkLst>
        <pc:spChg chg="mod">
          <ac:chgData name="karna0104@outlook.com" userId="8e67076b4cdf8efe" providerId="LiveId" clId="{7165BEFC-6165-47FA-8757-D851393C1F71}" dt="2026-04-30T08:02:57.435" v="196" actId="20577"/>
          <ac:spMkLst>
            <pc:docMk/>
            <pc:sldMk cId="1254608181" sldId="260"/>
            <ac:spMk id="3" creationId="{10469741-7221-4F2D-0F2A-A1E63A2E1796}"/>
          </ac:spMkLst>
        </pc:spChg>
      </pc:sldChg>
      <pc:sldChg chg="addSp delSp modSp mod">
        <pc:chgData name="karna0104@outlook.com" userId="8e67076b4cdf8efe" providerId="LiveId" clId="{7165BEFC-6165-47FA-8757-D851393C1F71}" dt="2026-04-30T10:40:40.449" v="643" actId="14100"/>
        <pc:sldMkLst>
          <pc:docMk/>
          <pc:sldMk cId="3571896519" sldId="261"/>
        </pc:sldMkLst>
        <pc:picChg chg="add mod ord">
          <ac:chgData name="karna0104@outlook.com" userId="8e67076b4cdf8efe" providerId="LiveId" clId="{7165BEFC-6165-47FA-8757-D851393C1F71}" dt="2026-04-30T10:40:40.449" v="643" actId="14100"/>
          <ac:picMkLst>
            <pc:docMk/>
            <pc:sldMk cId="3571896519" sldId="261"/>
            <ac:picMk id="6" creationId="{261EEE16-14C6-016B-5413-2D1052364DB3}"/>
          </ac:picMkLst>
        </pc:picChg>
      </pc:sldChg>
      <pc:sldChg chg="modSp mod">
        <pc:chgData name="karna0104@outlook.com" userId="8e67076b4cdf8efe" providerId="LiveId" clId="{7165BEFC-6165-47FA-8757-D851393C1F71}" dt="2026-05-03T07:14:48.188" v="893" actId="20577"/>
        <pc:sldMkLst>
          <pc:docMk/>
          <pc:sldMk cId="1560414501" sldId="262"/>
        </pc:sldMkLst>
        <pc:spChg chg="mod">
          <ac:chgData name="karna0104@outlook.com" userId="8e67076b4cdf8efe" providerId="LiveId" clId="{7165BEFC-6165-47FA-8757-D851393C1F71}" dt="2026-05-03T07:14:48.188" v="893" actId="20577"/>
          <ac:spMkLst>
            <pc:docMk/>
            <pc:sldMk cId="1560414501" sldId="262"/>
            <ac:spMk id="3" creationId="{7832995E-97F4-DED3-733A-BFBC9579EB18}"/>
          </ac:spMkLst>
        </pc:spChg>
      </pc:sldChg>
      <pc:sldChg chg="modSp mod">
        <pc:chgData name="karna0104@outlook.com" userId="8e67076b4cdf8efe" providerId="LiveId" clId="{7165BEFC-6165-47FA-8757-D851393C1F71}" dt="2026-04-30T08:43:45.233" v="516" actId="20577"/>
        <pc:sldMkLst>
          <pc:docMk/>
          <pc:sldMk cId="2577188822" sldId="263"/>
        </pc:sldMkLst>
        <pc:spChg chg="mod">
          <ac:chgData name="karna0104@outlook.com" userId="8e67076b4cdf8efe" providerId="LiveId" clId="{7165BEFC-6165-47FA-8757-D851393C1F71}" dt="2026-04-30T08:43:45.233" v="516" actId="20577"/>
          <ac:spMkLst>
            <pc:docMk/>
            <pc:sldMk cId="2577188822" sldId="263"/>
            <ac:spMk id="3" creationId="{5C15CF92-2E92-0BF1-9108-BCCF62C965E6}"/>
          </ac:spMkLst>
        </pc:spChg>
      </pc:sldChg>
      <pc:sldChg chg="modSp mod">
        <pc:chgData name="karna0104@outlook.com" userId="8e67076b4cdf8efe" providerId="LiveId" clId="{7165BEFC-6165-47FA-8757-D851393C1F71}" dt="2026-05-03T07:44:10.611" v="916" actId="2711"/>
        <pc:sldMkLst>
          <pc:docMk/>
          <pc:sldMk cId="796296261" sldId="266"/>
        </pc:sldMkLst>
        <pc:spChg chg="mod">
          <ac:chgData name="karna0104@outlook.com" userId="8e67076b4cdf8efe" providerId="LiveId" clId="{7165BEFC-6165-47FA-8757-D851393C1F71}" dt="2026-05-03T07:44:10.611" v="916" actId="2711"/>
          <ac:spMkLst>
            <pc:docMk/>
            <pc:sldMk cId="796296261" sldId="266"/>
            <ac:spMk id="3" creationId="{756E0F64-447E-0CE6-6C44-9303D213E9BE}"/>
          </ac:spMkLst>
        </pc:spChg>
      </pc:sldChg>
      <pc:sldChg chg="addSp delSp modSp mod">
        <pc:chgData name="karna0104@outlook.com" userId="8e67076b4cdf8efe" providerId="LiveId" clId="{7165BEFC-6165-47FA-8757-D851393C1F71}" dt="2026-04-30T10:40:06.827" v="636" actId="14100"/>
        <pc:sldMkLst>
          <pc:docMk/>
          <pc:sldMk cId="3589478284" sldId="267"/>
        </pc:sldMkLst>
        <pc:picChg chg="add mod ord">
          <ac:chgData name="karna0104@outlook.com" userId="8e67076b4cdf8efe" providerId="LiveId" clId="{7165BEFC-6165-47FA-8757-D851393C1F71}" dt="2026-04-30T10:40:06.827" v="636" actId="14100"/>
          <ac:picMkLst>
            <pc:docMk/>
            <pc:sldMk cId="3589478284" sldId="267"/>
            <ac:picMk id="10" creationId="{DAF4CCD2-DD4E-6B74-736E-0EF62FD42103}"/>
          </ac:picMkLst>
        </pc:picChg>
      </pc:sldChg>
      <pc:sldChg chg="modSp mod">
        <pc:chgData name="karna0104@outlook.com" userId="8e67076b4cdf8efe" providerId="LiveId" clId="{7165BEFC-6165-47FA-8757-D851393C1F71}" dt="2026-04-30T10:49:16.772" v="722" actId="27636"/>
        <pc:sldMkLst>
          <pc:docMk/>
          <pc:sldMk cId="49830882" sldId="268"/>
        </pc:sldMkLst>
        <pc:spChg chg="mod">
          <ac:chgData name="karna0104@outlook.com" userId="8e67076b4cdf8efe" providerId="LiveId" clId="{7165BEFC-6165-47FA-8757-D851393C1F71}" dt="2026-04-30T10:49:16.772" v="722" actId="27636"/>
          <ac:spMkLst>
            <pc:docMk/>
            <pc:sldMk cId="49830882" sldId="268"/>
            <ac:spMk id="3" creationId="{10469741-7221-4F2D-0F2A-A1E63A2E1796}"/>
          </ac:spMkLst>
        </pc:spChg>
      </pc:sldChg>
      <pc:sldChg chg="modSp mod">
        <pc:chgData name="karna0104@outlook.com" userId="8e67076b4cdf8efe" providerId="LiveId" clId="{7165BEFC-6165-47FA-8757-D851393C1F71}" dt="2026-04-30T11:04:25.460" v="823" actId="20577"/>
        <pc:sldMkLst>
          <pc:docMk/>
          <pc:sldMk cId="1903287702" sldId="269"/>
        </pc:sldMkLst>
        <pc:spChg chg="mod">
          <ac:chgData name="karna0104@outlook.com" userId="8e67076b4cdf8efe" providerId="LiveId" clId="{7165BEFC-6165-47FA-8757-D851393C1F71}" dt="2026-04-30T11:04:25.460" v="823" actId="20577"/>
          <ac:spMkLst>
            <pc:docMk/>
            <pc:sldMk cId="1903287702" sldId="269"/>
            <ac:spMk id="3" creationId="{B634B098-745B-E975-08A7-2DDC85FC61E8}"/>
          </ac:spMkLst>
        </pc:spChg>
      </pc:sldChg>
      <pc:sldChg chg="modSp mod">
        <pc:chgData name="karna0104@outlook.com" userId="8e67076b4cdf8efe" providerId="LiveId" clId="{7165BEFC-6165-47FA-8757-D851393C1F71}" dt="2026-04-30T11:12:08.657" v="886" actId="20577"/>
        <pc:sldMkLst>
          <pc:docMk/>
          <pc:sldMk cId="459887911" sldId="271"/>
        </pc:sldMkLst>
        <pc:spChg chg="mod">
          <ac:chgData name="karna0104@outlook.com" userId="8e67076b4cdf8efe" providerId="LiveId" clId="{7165BEFC-6165-47FA-8757-D851393C1F71}" dt="2026-04-30T11:12:08.657" v="886" actId="20577"/>
          <ac:spMkLst>
            <pc:docMk/>
            <pc:sldMk cId="459887911" sldId="271"/>
            <ac:spMk id="2" creationId="{20537ED1-38A2-713A-31AB-4358D352B6D9}"/>
          </ac:spMkLst>
        </pc:spChg>
        <pc:spChg chg="mod">
          <ac:chgData name="karna0104@outlook.com" userId="8e67076b4cdf8efe" providerId="LiveId" clId="{7165BEFC-6165-47FA-8757-D851393C1F71}" dt="2026-04-30T11:07:02.894" v="846" actId="12"/>
          <ac:spMkLst>
            <pc:docMk/>
            <pc:sldMk cId="459887911" sldId="271"/>
            <ac:spMk id="3" creationId="{B50BCE75-75D2-939E-60DE-DE4CABA09CBE}"/>
          </ac:spMkLst>
        </pc:spChg>
      </pc:sldChg>
      <pc:sldChg chg="modSp mod">
        <pc:chgData name="karna0104@outlook.com" userId="8e67076b4cdf8efe" providerId="LiveId" clId="{7165BEFC-6165-47FA-8757-D851393C1F71}" dt="2026-05-03T07:24:02.596" v="903" actId="12"/>
        <pc:sldMkLst>
          <pc:docMk/>
          <pc:sldMk cId="929351468" sldId="273"/>
        </pc:sldMkLst>
        <pc:spChg chg="mod">
          <ac:chgData name="karna0104@outlook.com" userId="8e67076b4cdf8efe" providerId="LiveId" clId="{7165BEFC-6165-47FA-8757-D851393C1F71}" dt="2026-05-03T07:24:02.596" v="903" actId="12"/>
          <ac:spMkLst>
            <pc:docMk/>
            <pc:sldMk cId="929351468" sldId="273"/>
            <ac:spMk id="3" creationId="{0125011C-4F24-DE40-2E41-B1F321A41B49}"/>
          </ac:spMkLst>
        </pc:spChg>
      </pc:sldChg>
      <pc:sldChg chg="modSp mod">
        <pc:chgData name="karna0104@outlook.com" userId="8e67076b4cdf8efe" providerId="LiveId" clId="{7165BEFC-6165-47FA-8757-D851393C1F71}" dt="2026-04-30T11:12:15.058" v="888" actId="20577"/>
        <pc:sldMkLst>
          <pc:docMk/>
          <pc:sldMk cId="3869244296" sldId="274"/>
        </pc:sldMkLst>
        <pc:spChg chg="mod">
          <ac:chgData name="karna0104@outlook.com" userId="8e67076b4cdf8efe" providerId="LiveId" clId="{7165BEFC-6165-47FA-8757-D851393C1F71}" dt="2026-04-30T11:12:15.058" v="888" actId="20577"/>
          <ac:spMkLst>
            <pc:docMk/>
            <pc:sldMk cId="3869244296" sldId="274"/>
            <ac:spMk id="2" creationId="{7B4353B7-5169-5A1D-F582-08B2AC240EBA}"/>
          </ac:spMkLst>
        </pc:spChg>
        <pc:spChg chg="mod">
          <ac:chgData name="karna0104@outlook.com" userId="8e67076b4cdf8efe" providerId="LiveId" clId="{7165BEFC-6165-47FA-8757-D851393C1F71}" dt="2026-04-30T11:09:01.506" v="867" actId="12"/>
          <ac:spMkLst>
            <pc:docMk/>
            <pc:sldMk cId="3869244296" sldId="274"/>
            <ac:spMk id="3" creationId="{91BABDE3-AD14-42B7-5B54-4C265C511D66}"/>
          </ac:spMkLst>
        </pc:spChg>
      </pc:sldChg>
      <pc:sldChg chg="modSp mod">
        <pc:chgData name="karna0104@outlook.com" userId="8e67076b4cdf8efe" providerId="LiveId" clId="{7165BEFC-6165-47FA-8757-D851393C1F71}" dt="2026-04-30T11:12:20.427" v="890" actId="20577"/>
        <pc:sldMkLst>
          <pc:docMk/>
          <pc:sldMk cId="2811183236" sldId="275"/>
        </pc:sldMkLst>
        <pc:spChg chg="mod">
          <ac:chgData name="karna0104@outlook.com" userId="8e67076b4cdf8efe" providerId="LiveId" clId="{7165BEFC-6165-47FA-8757-D851393C1F71}" dt="2026-04-30T11:12:20.427" v="890" actId="20577"/>
          <ac:spMkLst>
            <pc:docMk/>
            <pc:sldMk cId="2811183236" sldId="275"/>
            <ac:spMk id="2" creationId="{728A79A7-2B45-DE1B-E4EB-F9AEF82E9C51}"/>
          </ac:spMkLst>
        </pc:spChg>
        <pc:spChg chg="mod">
          <ac:chgData name="karna0104@outlook.com" userId="8e67076b4cdf8efe" providerId="LiveId" clId="{7165BEFC-6165-47FA-8757-D851393C1F71}" dt="2026-04-30T11:11:00.226" v="880" actId="255"/>
          <ac:spMkLst>
            <pc:docMk/>
            <pc:sldMk cId="2811183236" sldId="275"/>
            <ac:spMk id="3" creationId="{862CDA9C-DFC1-225E-608B-220F9409D940}"/>
          </ac:spMkLst>
        </pc:spChg>
      </pc:sldChg>
      <pc:sldChg chg="modSp mod">
        <pc:chgData name="karna0104@outlook.com" userId="8e67076b4cdf8efe" providerId="LiveId" clId="{7165BEFC-6165-47FA-8757-D851393C1F71}" dt="2026-04-30T10:57:54.641" v="767" actId="113"/>
        <pc:sldMkLst>
          <pc:docMk/>
          <pc:sldMk cId="2131232098" sldId="278"/>
        </pc:sldMkLst>
        <pc:spChg chg="mod">
          <ac:chgData name="karna0104@outlook.com" userId="8e67076b4cdf8efe" providerId="LiveId" clId="{7165BEFC-6165-47FA-8757-D851393C1F71}" dt="2026-04-30T10:57:54.641" v="767" actId="113"/>
          <ac:spMkLst>
            <pc:docMk/>
            <pc:sldMk cId="2131232098" sldId="278"/>
            <ac:spMk id="3" creationId="{E340BB94-68E8-4969-7123-2C23AC35DFA0}"/>
          </ac:spMkLst>
        </pc:spChg>
      </pc:sldChg>
      <pc:sldChg chg="modSp mod">
        <pc:chgData name="karna0104@outlook.com" userId="8e67076b4cdf8efe" providerId="LiveId" clId="{7165BEFC-6165-47FA-8757-D851393C1F71}" dt="2026-04-30T10:59:18.431" v="792" actId="113"/>
        <pc:sldMkLst>
          <pc:docMk/>
          <pc:sldMk cId="1416861035" sldId="279"/>
        </pc:sldMkLst>
        <pc:spChg chg="mod">
          <ac:chgData name="karna0104@outlook.com" userId="8e67076b4cdf8efe" providerId="LiveId" clId="{7165BEFC-6165-47FA-8757-D851393C1F71}" dt="2026-04-30T10:59:18.431" v="792" actId="113"/>
          <ac:spMkLst>
            <pc:docMk/>
            <pc:sldMk cId="1416861035" sldId="279"/>
            <ac:spMk id="5" creationId="{2A02AE3B-9F12-2691-5A09-F26AF808A6C2}"/>
          </ac:spMkLst>
        </pc:spChg>
      </pc:sldChg>
      <pc:sldChg chg="modSp mod">
        <pc:chgData name="karna0104@outlook.com" userId="8e67076b4cdf8efe" providerId="LiveId" clId="{7165BEFC-6165-47FA-8757-D851393C1F71}" dt="2026-04-30T08:04:58.858" v="236" actId="20577"/>
        <pc:sldMkLst>
          <pc:docMk/>
          <pc:sldMk cId="480405888" sldId="280"/>
        </pc:sldMkLst>
        <pc:spChg chg="mod">
          <ac:chgData name="karna0104@outlook.com" userId="8e67076b4cdf8efe" providerId="LiveId" clId="{7165BEFC-6165-47FA-8757-D851393C1F71}" dt="2026-04-30T08:04:58.858" v="236" actId="20577"/>
          <ac:spMkLst>
            <pc:docMk/>
            <pc:sldMk cId="480405888" sldId="280"/>
            <ac:spMk id="3" creationId="{139062D5-424D-FE81-AFA7-EB736D4134EB}"/>
          </ac:spMkLst>
        </pc:spChg>
      </pc:sldChg>
      <pc:sldChg chg="modSp new mod">
        <pc:chgData name="karna0104@outlook.com" userId="8e67076b4cdf8efe" providerId="LiveId" clId="{7165BEFC-6165-47FA-8757-D851393C1F71}" dt="2026-04-30T10:52:26.874" v="730" actId="14100"/>
        <pc:sldMkLst>
          <pc:docMk/>
          <pc:sldMk cId="1655953450" sldId="281"/>
        </pc:sldMkLst>
        <pc:spChg chg="mod">
          <ac:chgData name="karna0104@outlook.com" userId="8e67076b4cdf8efe" providerId="LiveId" clId="{7165BEFC-6165-47FA-8757-D851393C1F71}" dt="2026-04-30T10:49:44.779" v="724"/>
          <ac:spMkLst>
            <pc:docMk/>
            <pc:sldMk cId="1655953450" sldId="281"/>
            <ac:spMk id="2" creationId="{F01839CD-50D0-3744-687B-51074E02267E}"/>
          </ac:spMkLst>
        </pc:spChg>
        <pc:spChg chg="mod">
          <ac:chgData name="karna0104@outlook.com" userId="8e67076b4cdf8efe" providerId="LiveId" clId="{7165BEFC-6165-47FA-8757-D851393C1F71}" dt="2026-04-30T10:52:26.874" v="730" actId="14100"/>
          <ac:spMkLst>
            <pc:docMk/>
            <pc:sldMk cId="1655953450" sldId="281"/>
            <ac:spMk id="3" creationId="{EA9605DA-9D55-2946-14CF-E730C156B4F1}"/>
          </ac:spMkLst>
        </pc:spChg>
      </pc:sldChg>
      <pc:sldChg chg="modSp new mod">
        <pc:chgData name="karna0104@outlook.com" userId="8e67076b4cdf8efe" providerId="LiveId" clId="{7165BEFC-6165-47FA-8757-D851393C1F71}" dt="2026-04-30T10:53:15.846" v="736" actId="27636"/>
        <pc:sldMkLst>
          <pc:docMk/>
          <pc:sldMk cId="2565840432" sldId="282"/>
        </pc:sldMkLst>
        <pc:spChg chg="mod">
          <ac:chgData name="karna0104@outlook.com" userId="8e67076b4cdf8efe" providerId="LiveId" clId="{7165BEFC-6165-47FA-8757-D851393C1F71}" dt="2026-04-30T10:52:47.410" v="732"/>
          <ac:spMkLst>
            <pc:docMk/>
            <pc:sldMk cId="2565840432" sldId="282"/>
            <ac:spMk id="2" creationId="{177A9D08-72D9-60B1-11EC-0F57AC4D398B}"/>
          </ac:spMkLst>
        </pc:spChg>
        <pc:spChg chg="mod">
          <ac:chgData name="karna0104@outlook.com" userId="8e67076b4cdf8efe" providerId="LiveId" clId="{7165BEFC-6165-47FA-8757-D851393C1F71}" dt="2026-04-30T10:53:15.846" v="736" actId="27636"/>
          <ac:spMkLst>
            <pc:docMk/>
            <pc:sldMk cId="2565840432" sldId="282"/>
            <ac:spMk id="3" creationId="{BEDC2580-9EDF-D1C4-A338-13B7EA8C44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11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12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0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11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9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70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9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3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9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4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ADAA922-ACD3-49A2-8699-A995E34EF70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46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CD83-D7A4-3385-DD59-97383F5D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0" y="1739483"/>
            <a:ext cx="10048240" cy="1450757"/>
          </a:xfrm>
        </p:spPr>
        <p:txBody>
          <a:bodyPr anchor="ctr" anchorCtr="0"/>
          <a:lstStyle/>
          <a:p>
            <a:pPr algn="ctr"/>
            <a:r>
              <a:rPr lang="en-US" dirty="0"/>
              <a:t>ONLINE AUCTION SYSTEM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33933-0E8D-126D-0A0C-8524804E060A}"/>
              </a:ext>
            </a:extLst>
          </p:cNvPr>
          <p:cNvSpPr txBox="1"/>
          <p:nvPr/>
        </p:nvSpPr>
        <p:spPr>
          <a:xfrm>
            <a:off x="7589520" y="4267201"/>
            <a:ext cx="4602480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/>
              <a:t>GUIDED BY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A.MALARMANNAN M.E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0871-ED41-A072-95E5-5B0206F23C27}"/>
              </a:ext>
            </a:extLst>
          </p:cNvPr>
          <p:cNvSpPr txBox="1"/>
          <p:nvPr/>
        </p:nvSpPr>
        <p:spPr>
          <a:xfrm>
            <a:off x="860977" y="3429000"/>
            <a:ext cx="6336235" cy="3074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dirty="0"/>
              <a:t>ANJALI A (2403811720522006)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ASHWINI R (2403811720522007)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CHERMA SELVI A (2403811720522009)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DEEPANETHRA A (2403811720522011)</a:t>
            </a:r>
          </a:p>
          <a:p>
            <a:pPr>
              <a:lnSpc>
                <a:spcPct val="200000"/>
              </a:lnSpc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C5BAF-60B4-ABCC-F41F-27A57942380D}"/>
              </a:ext>
            </a:extLst>
          </p:cNvPr>
          <p:cNvSpPr txBox="1"/>
          <p:nvPr/>
        </p:nvSpPr>
        <p:spPr>
          <a:xfrm>
            <a:off x="2204720" y="488837"/>
            <a:ext cx="6873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K.RAMAKRISHNAN COLLEGE OF TECHNOLOGY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E0A94-6214-905F-A965-D9E56C84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9" y="57526"/>
            <a:ext cx="1262964" cy="1631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EF1096-AC42-3FEC-90B4-F14A58B32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81" y="334501"/>
            <a:ext cx="1496695" cy="9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7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C109-7D47-B82A-F480-A2F3BBA7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70AA-AC31-99A9-68D4-999BB5891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Requires physical presence, making the process time-consuming and inconvenient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Limited reach, as only local participants can join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Manual management can lead to errors in recording bids and handling participants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Difficult to track bidder information and maintain records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Managing multiple auctions simultaneously is challenging</a:t>
            </a:r>
          </a:p>
          <a:p>
            <a:pPr marL="0" indent="0">
              <a:buNone/>
            </a:pPr>
            <a:r>
              <a:rPr lang="en-US" b="1" dirty="0"/>
              <a:t>Solution: </a:t>
            </a:r>
            <a:r>
              <a:rPr lang="en-IN" dirty="0"/>
              <a:t>Online Auction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92087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1E1-0339-E87D-6CE3-7577DFF3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7D44F-5B21-C128-AEE8-8CD91977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Provide a platform for buying and selling items through online bidding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Allow users to easily register and participate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Real-time bid updates for transparency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Saves time and improves efficiency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Supports multiple auctions at once</a:t>
            </a: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Create a reliable, fast, and secure auction systems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179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6D6-FC6C-3F0C-EB32-F56B4E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9741-7221-4F2D-0F2A-A1E63A2E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Hardware Requirements</a:t>
            </a:r>
          </a:p>
          <a:p>
            <a:r>
              <a:rPr lang="en-US" dirty="0"/>
              <a:t>Processor: Intel i3 or higher </a:t>
            </a:r>
          </a:p>
          <a:p>
            <a:r>
              <a:rPr lang="en-US" dirty="0"/>
              <a:t>RAM: Minimum 4 GB </a:t>
            </a:r>
          </a:p>
          <a:p>
            <a:r>
              <a:rPr lang="en-US" dirty="0"/>
              <a:t>Storage: 500 GB HDD/SSD </a:t>
            </a:r>
          </a:p>
          <a:p>
            <a:r>
              <a:rPr lang="en-US" dirty="0"/>
              <a:t>Network: Internet connection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0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AF5B-D93B-AC60-62C1-5780F71B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62D5-424D-FE81-AFA7-EB736D413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Software Requirements</a:t>
            </a:r>
          </a:p>
          <a:p>
            <a:r>
              <a:rPr lang="en-IN" dirty="0"/>
              <a:t>OS: Windows / Linux  </a:t>
            </a:r>
          </a:p>
          <a:p>
            <a:r>
              <a:rPr lang="en-IN" dirty="0"/>
              <a:t>Backend: PHP</a:t>
            </a:r>
          </a:p>
          <a:p>
            <a:r>
              <a:rPr lang="en-IN" dirty="0"/>
              <a:t>Frontend: HTML, CSS </a:t>
            </a:r>
          </a:p>
          <a:p>
            <a:r>
              <a:rPr lang="en-IN" dirty="0"/>
              <a:t>Database: MySQL </a:t>
            </a:r>
          </a:p>
          <a:p>
            <a:r>
              <a:rPr lang="en-IN" dirty="0"/>
              <a:t>Tool: XAMPP</a:t>
            </a:r>
          </a:p>
          <a:p>
            <a:r>
              <a:rPr lang="en-IN" dirty="0"/>
              <a:t>Browser: Chrome / Firefox / Edge </a:t>
            </a:r>
          </a:p>
          <a:p>
            <a:r>
              <a:rPr lang="en-IN" dirty="0"/>
              <a:t>Editor: VS Code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40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5DD8-1DD6-7163-2EC8-EC77F250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6250-A4A2-A2E5-1B0E-D253F34D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F4CCD2-DD4E-6B74-736E-0EF62FD42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357" y="1846263"/>
            <a:ext cx="661066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7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FCED-9BFD-D13B-71CE-E320FC7D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1EEE16-14C6-016B-5413-2D1052364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377" y="1846263"/>
            <a:ext cx="6865495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96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BA8C-C6EB-A507-C0CF-4D3202A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995E-97F4-DED3-733A-BFBC9579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44702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User(</a:t>
            </a:r>
            <a:r>
              <a:rPr lang="en-IN" dirty="0" err="1"/>
              <a:t>User_ID</a:t>
            </a:r>
            <a:r>
              <a:rPr lang="en-IN" dirty="0"/>
              <a:t>, Name, Email, Password, </a:t>
            </a:r>
            <a:r>
              <a:rPr lang="en-IN" dirty="0" err="1"/>
              <a:t>Created_At</a:t>
            </a:r>
            <a:r>
              <a:rPr lang="en-IN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Items(</a:t>
            </a:r>
            <a:r>
              <a:rPr lang="en-IN" dirty="0" err="1"/>
              <a:t>Item_ID,Title</a:t>
            </a:r>
            <a:r>
              <a:rPr lang="en-IN" dirty="0"/>
              <a:t>, </a:t>
            </a:r>
            <a:r>
              <a:rPr lang="en-IN" dirty="0" err="1"/>
              <a:t>Starting_Price</a:t>
            </a:r>
            <a:r>
              <a:rPr lang="en-IN" dirty="0"/>
              <a:t>, Category, Image, </a:t>
            </a:r>
            <a:r>
              <a:rPr lang="en-IN" dirty="0" err="1"/>
              <a:t>Created_At</a:t>
            </a:r>
            <a:r>
              <a:rPr lang="en-IN" dirty="0"/>
              <a:t>, </a:t>
            </a:r>
            <a:r>
              <a:rPr lang="en-IN" dirty="0" err="1"/>
              <a:t>Auction_End</a:t>
            </a:r>
            <a:r>
              <a:rPr lang="en-IN" dirty="0"/>
              <a:t>, </a:t>
            </a:r>
            <a:r>
              <a:rPr lang="en-IN" dirty="0" err="1"/>
              <a:t>User_ID</a:t>
            </a:r>
            <a:r>
              <a:rPr lang="en-IN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Bids(</a:t>
            </a:r>
            <a:r>
              <a:rPr lang="en-IN" dirty="0" err="1"/>
              <a:t>Bid_ID</a:t>
            </a:r>
            <a:r>
              <a:rPr lang="en-IN" dirty="0"/>
              <a:t>, </a:t>
            </a:r>
            <a:r>
              <a:rPr lang="en-IN" dirty="0" err="1"/>
              <a:t>Item_ID</a:t>
            </a:r>
            <a:r>
              <a:rPr lang="en-IN" dirty="0"/>
              <a:t>, 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Bid_Amount</a:t>
            </a:r>
            <a:r>
              <a:rPr lang="en-IN" dirty="0"/>
              <a:t>, </a:t>
            </a:r>
            <a:r>
              <a:rPr lang="en-IN" dirty="0" err="1"/>
              <a:t>Bid_Time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41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0373-B0E5-D970-7C55-82363D7B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5CF92-2E92-0BF1-9108-BCCF62C96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1NF:</a:t>
            </a:r>
            <a:r>
              <a:rPr lang="en-US" dirty="0"/>
              <a:t> Remove repeating groups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2NF:</a:t>
            </a:r>
            <a:r>
              <a:rPr lang="en-US" dirty="0"/>
              <a:t> Remove partial dependency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3NF:</a:t>
            </a:r>
            <a:r>
              <a:rPr lang="en-US" dirty="0"/>
              <a:t> Remove transitive dependency</a:t>
            </a:r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No data redundancy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Better consistency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Proper relationships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188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6D6-FC6C-3F0C-EB32-F56B4E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9741-7221-4F2D-0F2A-A1E63A2E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CREATE DATABASE </a:t>
            </a:r>
            <a:r>
              <a:rPr lang="en-IN" dirty="0" err="1"/>
              <a:t>auction_db</a:t>
            </a:r>
            <a:r>
              <a:rPr lang="en-IN" dirty="0"/>
              <a:t>;</a:t>
            </a:r>
          </a:p>
          <a:p>
            <a:r>
              <a:rPr lang="en-IN" dirty="0"/>
              <a:t>USE </a:t>
            </a:r>
            <a:r>
              <a:rPr lang="en-IN" dirty="0" err="1"/>
              <a:t>auction_db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CREATE TABLE users (</a:t>
            </a:r>
          </a:p>
          <a:p>
            <a:r>
              <a:rPr lang="en-IN" dirty="0"/>
              <a:t>    </a:t>
            </a:r>
            <a:r>
              <a:rPr lang="en-IN" dirty="0" err="1"/>
              <a:t>user_id</a:t>
            </a:r>
            <a:r>
              <a:rPr lang="en-IN" dirty="0"/>
              <a:t> INT AUTO_INCREMENT PRIMARY KEY,</a:t>
            </a:r>
          </a:p>
          <a:p>
            <a:r>
              <a:rPr lang="en-IN" dirty="0"/>
              <a:t>    name VARCHAR(100),</a:t>
            </a:r>
          </a:p>
          <a:p>
            <a:r>
              <a:rPr lang="en-IN" dirty="0"/>
              <a:t>    email VARCHAR(100) UNIQUE,</a:t>
            </a:r>
          </a:p>
          <a:p>
            <a:r>
              <a:rPr lang="en-IN" dirty="0"/>
              <a:t>    password VARCHAR(255),</a:t>
            </a:r>
          </a:p>
          <a:p>
            <a:r>
              <a:rPr lang="en-IN" dirty="0"/>
              <a:t>    role VARCHAR(20),</a:t>
            </a:r>
          </a:p>
          <a:p>
            <a:r>
              <a:rPr lang="en-IN" dirty="0"/>
              <a:t>    </a:t>
            </a:r>
            <a:r>
              <a:rPr lang="en-IN" dirty="0" err="1"/>
              <a:t>created_at</a:t>
            </a:r>
            <a:r>
              <a:rPr lang="en-IN" dirty="0"/>
              <a:t> DATETIME DEFAULT CURRENT_TIMESTAMP</a:t>
            </a:r>
          </a:p>
          <a:p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983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39CD-50D0-3744-687B-51074E02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605DA-9D55-2946-14CF-E730C156B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0135"/>
          </a:xfrm>
        </p:spPr>
        <p:txBody>
          <a:bodyPr>
            <a:noAutofit/>
          </a:bodyPr>
          <a:lstStyle/>
          <a:p>
            <a:r>
              <a:rPr lang="en-IN" sz="1700" dirty="0"/>
              <a:t>CREATE TABLE items (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item_id</a:t>
            </a:r>
            <a:r>
              <a:rPr lang="en-IN" sz="1700" dirty="0"/>
              <a:t> INT AUTO_INCREMENT PRIMARY KEY,</a:t>
            </a:r>
          </a:p>
          <a:p>
            <a:r>
              <a:rPr lang="en-IN" sz="1700" dirty="0"/>
              <a:t>    title VARCHAR(100),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starting_price</a:t>
            </a:r>
            <a:r>
              <a:rPr lang="en-IN" sz="1700" dirty="0"/>
              <a:t> INT,</a:t>
            </a:r>
          </a:p>
          <a:p>
            <a:r>
              <a:rPr lang="en-IN" sz="1700" dirty="0"/>
              <a:t>    image VARCHAR(255),</a:t>
            </a:r>
          </a:p>
          <a:p>
            <a:r>
              <a:rPr lang="en-IN" sz="1700" dirty="0"/>
              <a:t>    category VARCHAR(50),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created_at</a:t>
            </a:r>
            <a:r>
              <a:rPr lang="en-IN" sz="1700" dirty="0"/>
              <a:t> DATETIME DEFAULT CURRENT_TIMESTAMP,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auction_end</a:t>
            </a:r>
            <a:r>
              <a:rPr lang="en-IN" sz="1700" dirty="0"/>
              <a:t> DATETIME,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user_id</a:t>
            </a:r>
            <a:r>
              <a:rPr lang="en-IN" sz="1700" dirty="0"/>
              <a:t> INT,</a:t>
            </a:r>
          </a:p>
          <a:p>
            <a:r>
              <a:rPr lang="en-IN" sz="1700" dirty="0"/>
              <a:t>    FOREIGN KEY (</a:t>
            </a:r>
            <a:r>
              <a:rPr lang="en-IN" sz="1700" dirty="0" err="1"/>
              <a:t>user_id</a:t>
            </a:r>
            <a:r>
              <a:rPr lang="en-IN" sz="1700" dirty="0"/>
              <a:t>) REFERENCES users(</a:t>
            </a:r>
            <a:r>
              <a:rPr lang="en-IN" sz="1700" dirty="0" err="1"/>
              <a:t>user_id</a:t>
            </a:r>
            <a:r>
              <a:rPr lang="en-IN" sz="1700" dirty="0"/>
              <a:t>)</a:t>
            </a:r>
          </a:p>
          <a:p>
            <a:r>
              <a:rPr lang="en-IN" sz="17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5595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9D08-72D9-60B1-11EC-0F57AC4D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C2580-9EDF-D1C4-A338-13B7EA8C4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700" dirty="0"/>
              <a:t>CREATE TABLE bids (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bid_id</a:t>
            </a:r>
            <a:r>
              <a:rPr lang="en-IN" sz="1700" dirty="0"/>
              <a:t> INT AUTO_INCREMENT PRIMARY KEY,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item_id</a:t>
            </a:r>
            <a:r>
              <a:rPr lang="en-IN" sz="1700" dirty="0"/>
              <a:t> INT,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user_id</a:t>
            </a:r>
            <a:r>
              <a:rPr lang="en-IN" sz="1700" dirty="0"/>
              <a:t> INT,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bid_amount</a:t>
            </a:r>
            <a:r>
              <a:rPr lang="en-IN" sz="1700" dirty="0"/>
              <a:t> INT,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bid_time</a:t>
            </a:r>
            <a:r>
              <a:rPr lang="en-IN" sz="1700" dirty="0"/>
              <a:t> DATETIME DEFAULT CURRENT_TIMESTAMP,</a:t>
            </a:r>
          </a:p>
          <a:p>
            <a:endParaRPr lang="en-IN" sz="1700" dirty="0"/>
          </a:p>
          <a:p>
            <a:r>
              <a:rPr lang="en-IN" sz="1700" dirty="0"/>
              <a:t>    FOREIGN KEY (</a:t>
            </a:r>
            <a:r>
              <a:rPr lang="en-IN" sz="1700" dirty="0" err="1"/>
              <a:t>item_id</a:t>
            </a:r>
            <a:r>
              <a:rPr lang="en-IN" sz="1700" dirty="0"/>
              <a:t>) REFERENCES items(</a:t>
            </a:r>
            <a:r>
              <a:rPr lang="en-IN" sz="1700" dirty="0" err="1"/>
              <a:t>item_id</a:t>
            </a:r>
            <a:r>
              <a:rPr lang="en-IN" sz="1700" dirty="0"/>
              <a:t>),</a:t>
            </a:r>
          </a:p>
          <a:p>
            <a:r>
              <a:rPr lang="en-IN" sz="1700" dirty="0"/>
              <a:t>    FOREIGN KEY (</a:t>
            </a:r>
            <a:r>
              <a:rPr lang="en-IN" sz="1700" dirty="0" err="1"/>
              <a:t>user_id</a:t>
            </a:r>
            <a:r>
              <a:rPr lang="en-IN" sz="1700" dirty="0"/>
              <a:t>) REFERENCES users(</a:t>
            </a:r>
            <a:r>
              <a:rPr lang="en-IN" sz="1700" dirty="0" err="1"/>
              <a:t>user_id</a:t>
            </a:r>
            <a:r>
              <a:rPr lang="en-IN" sz="1700" dirty="0"/>
              <a:t>)</a:t>
            </a:r>
          </a:p>
          <a:p>
            <a:r>
              <a:rPr lang="en-IN" sz="17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6584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A791-F0F5-7C6A-63DA-6C1B6919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Implementation &amp;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0BB94-68E8-4969-7123-2C23AC35D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39024"/>
          </a:xfrm>
        </p:spPr>
        <p:txBody>
          <a:bodyPr>
            <a:normAutofit/>
          </a:bodyPr>
          <a:lstStyle/>
          <a:p>
            <a:r>
              <a:rPr lang="en-IN" b="1" dirty="0"/>
              <a:t>INSERT :</a:t>
            </a:r>
          </a:p>
          <a:p>
            <a:r>
              <a:rPr lang="en-US" dirty="0"/>
              <a:t>INSERT INTO users(</a:t>
            </a:r>
            <a:r>
              <a:rPr lang="en-US" dirty="0" err="1"/>
              <a:t>name,email,password,role</a:t>
            </a:r>
            <a:r>
              <a:rPr lang="en-US" dirty="0"/>
              <a:t>)</a:t>
            </a:r>
          </a:p>
          <a:p>
            <a:r>
              <a:rPr lang="en-US" dirty="0"/>
              <a:t>VALUES('Arun','arun@gmail.com','123456','buyer’);</a:t>
            </a:r>
            <a:endParaRPr lang="en-IN" dirty="0"/>
          </a:p>
          <a:p>
            <a:r>
              <a:rPr lang="en-US" dirty="0"/>
              <a:t>INSERT INTO items(</a:t>
            </a:r>
            <a:r>
              <a:rPr lang="en-US" dirty="0" err="1"/>
              <a:t>title,starting_price,image,category,auction_end,user_id</a:t>
            </a:r>
            <a:r>
              <a:rPr lang="en-US" dirty="0"/>
              <a:t>)</a:t>
            </a:r>
          </a:p>
          <a:p>
            <a:r>
              <a:rPr lang="en-US" dirty="0"/>
              <a:t>VALUES('Laptop',30000,'laptop.jpg','Electronics',</a:t>
            </a:r>
          </a:p>
          <a:p>
            <a:r>
              <a:rPr lang="en-US" dirty="0"/>
              <a:t>DATE_ADD(NOW(), INTERVAL 1 DAY),1);</a:t>
            </a:r>
          </a:p>
          <a:p>
            <a:endParaRPr lang="en-US" dirty="0"/>
          </a:p>
          <a:p>
            <a:r>
              <a:rPr lang="en-US" b="1" dirty="0"/>
              <a:t>SELECT :</a:t>
            </a:r>
          </a:p>
          <a:p>
            <a:r>
              <a:rPr lang="en-IN" dirty="0"/>
              <a:t>SELECT * FROM items;</a:t>
            </a:r>
          </a:p>
        </p:txBody>
      </p:sp>
    </p:spTree>
    <p:extLst>
      <p:ext uri="{BB962C8B-B14F-4D97-AF65-F5344CB8AC3E}">
        <p14:creationId xmlns:p14="http://schemas.microsoft.com/office/powerpoint/2010/main" val="213123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6E7D-1AE4-AF8D-7962-183594B3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Implementation &amp; Queries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02AE3B-9F12-2691-5A09-F26AF808A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UPDATE :</a:t>
            </a:r>
          </a:p>
          <a:p>
            <a:r>
              <a:rPr lang="en-US" dirty="0"/>
              <a:t>UPDATE items</a:t>
            </a:r>
          </a:p>
          <a:p>
            <a:r>
              <a:rPr lang="en-US" dirty="0"/>
              <a:t>SET </a:t>
            </a:r>
            <a:r>
              <a:rPr lang="en-US" dirty="0" err="1"/>
              <a:t>starting_price</a:t>
            </a:r>
            <a:r>
              <a:rPr lang="en-US" dirty="0"/>
              <a:t> = 32000</a:t>
            </a:r>
          </a:p>
          <a:p>
            <a:r>
              <a:rPr lang="en-US" dirty="0"/>
              <a:t>WHERE </a:t>
            </a:r>
            <a:r>
              <a:rPr lang="en-US" dirty="0" err="1"/>
              <a:t>item_id</a:t>
            </a:r>
            <a:r>
              <a:rPr lang="en-US" dirty="0"/>
              <a:t> = 1;</a:t>
            </a:r>
          </a:p>
          <a:p>
            <a:endParaRPr lang="en-US" dirty="0"/>
          </a:p>
          <a:p>
            <a:r>
              <a:rPr lang="en-US" b="1" dirty="0"/>
              <a:t>DELETE :</a:t>
            </a:r>
          </a:p>
          <a:p>
            <a:r>
              <a:rPr lang="en-US" dirty="0"/>
              <a:t>DELETE FROM items</a:t>
            </a:r>
          </a:p>
          <a:p>
            <a:r>
              <a:rPr lang="en-US" dirty="0"/>
              <a:t>WHERE </a:t>
            </a:r>
            <a:r>
              <a:rPr lang="en-US" dirty="0" err="1"/>
              <a:t>item_id</a:t>
            </a:r>
            <a:r>
              <a:rPr lang="en-US" dirty="0"/>
              <a:t> = 1;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861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BAE1-F552-F264-CC83-0B8F1A68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B89-ACDD-6996-A5C1-2CBE7091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4B098-745B-E975-08A7-2DDC85FC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b="1" dirty="0"/>
              <a:t>USER MODULE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User registration (name, email, password)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Secure login using credentials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Session management (login/logout)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View profile details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Role-based access (Buyer / Seller / Admin)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Password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287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C357-3574-3826-B344-4F1BF342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7ED1-38A2-713A-31AB-4358D352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CE75-75D2-939E-60DE-DE4CABA09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b="1" dirty="0"/>
              <a:t>BUYER MODULE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Browse all available items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View item details (price, category, image, time)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Check highest bid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Place bids on items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View auction status (Running / Ended)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See winner after auction 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887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53B7-5169-5A1D-F582-08B2AC24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BDE3-AD14-42B7-5B54-4C265C511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b="1" dirty="0"/>
              <a:t>BIDDING 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Allows users to place bids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Validates bid amount: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Greater than starting price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Greater than current highest bid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Stores bid details (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item_id</a:t>
            </a:r>
            <a:r>
              <a:rPr lang="en-US" dirty="0"/>
              <a:t>, amount, time)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Retrieves highest bid using MAX()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Maintains bid history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Prevents invalid bids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44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79A7-2B45-DE1B-E4EB-F9AEF82E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DA9C-DFC1-225E-608B-220F9409D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b="1" dirty="0"/>
              <a:t>ADMIN MODULE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Admin login access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View all users, items, and bids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Delete inappropriate items or users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Monitor system activities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Manage categories (optional)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Ensure system security and integrity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Generate reports (optional)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183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715E-9F55-46DF-048E-409ADE0D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6617-F488-F006-668D-83B86B61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011C-4F24-DE40-2E41-B1F321A4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Difficulty in handling and maintaining large amounts of user, item, and bid data accurately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Difficulty in coordinating between User, Seller, Buyer, and Admin modules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Hard to monitor auction status and manage real-time bidding updates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351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A07A-599B-4663-12CF-3FB1CCF7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0F64-447E-0CE6-6C44-9303D213E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The Online Auction System was successfully developed to provide a platform for buying and selling items through bidding. It ensures efficient data management, secure user interaction, and accurate bidding processes. Despite some challenges in real-time tracking and integration, the system achieves its objective of conducting auctions in a simple and effective manner.</a:t>
            </a:r>
            <a:endParaRPr lang="en-IN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962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</TotalTime>
  <Words>916</Words>
  <Application>Microsoft Office PowerPoint</Application>
  <PresentationFormat>Widescreen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Retrospect</vt:lpstr>
      <vt:lpstr>ONLINE AUCTION SYSTEM</vt:lpstr>
      <vt:lpstr>Problem Definition</vt:lpstr>
      <vt:lpstr>Objectives of the Project</vt:lpstr>
      <vt:lpstr>System Requirements</vt:lpstr>
      <vt:lpstr>System Requirements</vt:lpstr>
      <vt:lpstr>System Architecture</vt:lpstr>
      <vt:lpstr>ER Diagram</vt:lpstr>
      <vt:lpstr>Relational Schema</vt:lpstr>
      <vt:lpstr>Normalization</vt:lpstr>
      <vt:lpstr>Database and Table Creation</vt:lpstr>
      <vt:lpstr>Database and Table Creation</vt:lpstr>
      <vt:lpstr>Database and Table Creation</vt:lpstr>
      <vt:lpstr>SQL Implementation &amp; Queries</vt:lpstr>
      <vt:lpstr>SQL Implementation &amp; Queries</vt:lpstr>
      <vt:lpstr>Modules 1</vt:lpstr>
      <vt:lpstr>Modules 2</vt:lpstr>
      <vt:lpstr>Module 3</vt:lpstr>
      <vt:lpstr>Module 4</vt:lpstr>
      <vt:lpstr>Challenges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Malarmannan</dc:creator>
  <cp:lastModifiedBy>karna0104@outlook.com</cp:lastModifiedBy>
  <cp:revision>5</cp:revision>
  <dcterms:created xsi:type="dcterms:W3CDTF">2026-02-07T14:22:29Z</dcterms:created>
  <dcterms:modified xsi:type="dcterms:W3CDTF">2026-05-03T07:54:48Z</dcterms:modified>
</cp:coreProperties>
</file>